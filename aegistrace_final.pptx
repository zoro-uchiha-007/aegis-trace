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E2FD"/>
    <a:srgbClr val="2D5EB4"/>
    <a:srgbClr val="0237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77393"/>
            <a:ext cx="12192000" cy="480695"/>
          </a:xfrm>
          <a:custGeom>
            <a:avLst/>
            <a:gdLst/>
            <a:ahLst/>
            <a:cxnLst/>
            <a:rect l="l" t="t" r="r" b="b"/>
            <a:pathLst>
              <a:path w="12192000" h="480695">
                <a:moveTo>
                  <a:pt x="12191758" y="0"/>
                </a:moveTo>
                <a:lnTo>
                  <a:pt x="0" y="0"/>
                </a:lnTo>
                <a:lnTo>
                  <a:pt x="0" y="480250"/>
                </a:lnTo>
                <a:lnTo>
                  <a:pt x="12191758" y="480250"/>
                </a:lnTo>
                <a:lnTo>
                  <a:pt x="12191758" y="0"/>
                </a:lnTo>
                <a:close/>
              </a:path>
            </a:pathLst>
          </a:custGeom>
          <a:solidFill>
            <a:srgbClr val="7F7F7F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54355"/>
            <a:ext cx="12192000" cy="502920"/>
          </a:xfrm>
          <a:custGeom>
            <a:avLst/>
            <a:gdLst/>
            <a:ahLst/>
            <a:cxnLst/>
            <a:rect l="l" t="t" r="r" b="b"/>
            <a:pathLst>
              <a:path w="12192000" h="502920">
                <a:moveTo>
                  <a:pt x="12191758" y="0"/>
                </a:moveTo>
                <a:lnTo>
                  <a:pt x="0" y="0"/>
                </a:lnTo>
                <a:lnTo>
                  <a:pt x="0" y="502919"/>
                </a:lnTo>
                <a:lnTo>
                  <a:pt x="6095885" y="502919"/>
                </a:lnTo>
                <a:lnTo>
                  <a:pt x="12191758" y="502919"/>
                </a:lnTo>
                <a:lnTo>
                  <a:pt x="12191758" y="0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22143" y="236778"/>
            <a:ext cx="6954062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4334" y="2382820"/>
            <a:ext cx="5479415" cy="2830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93817" y="6445462"/>
            <a:ext cx="2508250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submission-</a:t>
            </a:r>
            <a:r>
              <a:rPr spc="2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61305" y="6445462"/>
            <a:ext cx="180975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oro-uchiha-007/aegis-trace.git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fc-editor.org/info/rfc7489/" TargetMode="External"/><Relationship Id="rId5" Type="http://schemas.openxmlformats.org/officeDocument/2006/relationships/hyperlink" Target="https://www.rfc-editor.org/info/rfc7208/" TargetMode="External"/><Relationship Id="rId4" Type="http://schemas.openxmlformats.org/officeDocument/2006/relationships/hyperlink" Target="https://aegis-trace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6681" y="851395"/>
            <a:ext cx="4638675" cy="5154930"/>
            <a:chOff x="5656681" y="851395"/>
            <a:chExt cx="4638675" cy="5154930"/>
          </a:xfrm>
        </p:grpSpPr>
        <p:sp>
          <p:nvSpPr>
            <p:cNvPr id="3" name="object 3"/>
            <p:cNvSpPr/>
            <p:nvPr/>
          </p:nvSpPr>
          <p:spPr>
            <a:xfrm>
              <a:off x="5656681" y="851395"/>
              <a:ext cx="4638675" cy="5154930"/>
            </a:xfrm>
            <a:custGeom>
              <a:avLst/>
              <a:gdLst/>
              <a:ahLst/>
              <a:cxnLst/>
              <a:rect l="l" t="t" r="r" b="b"/>
              <a:pathLst>
                <a:path w="4638675" h="5154930">
                  <a:moveTo>
                    <a:pt x="1873072" y="0"/>
                  </a:moveTo>
                  <a:lnTo>
                    <a:pt x="1179715" y="0"/>
                  </a:lnTo>
                  <a:lnTo>
                    <a:pt x="1147053" y="5761"/>
                  </a:lnTo>
                  <a:lnTo>
                    <a:pt x="1091986" y="48606"/>
                  </a:lnTo>
                  <a:lnTo>
                    <a:pt x="1072083" y="83527"/>
                  </a:lnTo>
                  <a:lnTo>
                    <a:pt x="726122" y="880922"/>
                  </a:lnTo>
                  <a:lnTo>
                    <a:pt x="713363" y="920377"/>
                  </a:lnTo>
                  <a:lnTo>
                    <a:pt x="709115" y="962507"/>
                  </a:lnTo>
                  <a:lnTo>
                    <a:pt x="713363" y="1004548"/>
                  </a:lnTo>
                  <a:lnTo>
                    <a:pt x="726122" y="1044003"/>
                  </a:lnTo>
                  <a:lnTo>
                    <a:pt x="1072083" y="1841766"/>
                  </a:lnTo>
                  <a:lnTo>
                    <a:pt x="1092058" y="1876686"/>
                  </a:lnTo>
                  <a:lnTo>
                    <a:pt x="1118514" y="1903323"/>
                  </a:lnTo>
                  <a:lnTo>
                    <a:pt x="1092593" y="1962721"/>
                  </a:lnTo>
                  <a:lnTo>
                    <a:pt x="786599" y="2667965"/>
                  </a:lnTo>
                  <a:lnTo>
                    <a:pt x="769118" y="2713803"/>
                  </a:lnTo>
                  <a:lnTo>
                    <a:pt x="756631" y="2761970"/>
                  </a:lnTo>
                  <a:lnTo>
                    <a:pt x="749139" y="2811690"/>
                  </a:lnTo>
                  <a:lnTo>
                    <a:pt x="746642" y="2862186"/>
                  </a:lnTo>
                  <a:lnTo>
                    <a:pt x="749139" y="2912682"/>
                  </a:lnTo>
                  <a:lnTo>
                    <a:pt x="756631" y="2962402"/>
                  </a:lnTo>
                  <a:lnTo>
                    <a:pt x="769118" y="3010569"/>
                  </a:lnTo>
                  <a:lnTo>
                    <a:pt x="786599" y="3056407"/>
                  </a:lnTo>
                  <a:lnTo>
                    <a:pt x="1610283" y="4955768"/>
                  </a:lnTo>
                  <a:lnTo>
                    <a:pt x="1635778" y="5005560"/>
                  </a:lnTo>
                  <a:lnTo>
                    <a:pt x="1665921" y="5049074"/>
                  </a:lnTo>
                  <a:lnTo>
                    <a:pt x="1700159" y="5085807"/>
                  </a:lnTo>
                  <a:lnTo>
                    <a:pt x="1737936" y="5115253"/>
                  </a:lnTo>
                  <a:lnTo>
                    <a:pt x="1778699" y="5136910"/>
                  </a:lnTo>
                  <a:lnTo>
                    <a:pt x="1821893" y="5150274"/>
                  </a:lnTo>
                  <a:lnTo>
                    <a:pt x="1866963" y="5154841"/>
                  </a:lnTo>
                  <a:lnTo>
                    <a:pt x="3517912" y="5154841"/>
                  </a:lnTo>
                  <a:lnTo>
                    <a:pt x="3561859" y="5150274"/>
                  </a:lnTo>
                  <a:lnTo>
                    <a:pt x="3604583" y="5136910"/>
                  </a:lnTo>
                  <a:lnTo>
                    <a:pt x="3645259" y="5115253"/>
                  </a:lnTo>
                  <a:lnTo>
                    <a:pt x="3683063" y="5085807"/>
                  </a:lnTo>
                  <a:lnTo>
                    <a:pt x="3717171" y="5049074"/>
                  </a:lnTo>
                  <a:lnTo>
                    <a:pt x="3746757" y="5005560"/>
                  </a:lnTo>
                  <a:lnTo>
                    <a:pt x="3770998" y="4955768"/>
                  </a:lnTo>
                  <a:lnTo>
                    <a:pt x="4598276" y="3056407"/>
                  </a:lnTo>
                  <a:lnTo>
                    <a:pt x="4615878" y="3010569"/>
                  </a:lnTo>
                  <a:lnTo>
                    <a:pt x="4628451" y="2962402"/>
                  </a:lnTo>
                  <a:lnTo>
                    <a:pt x="4635995" y="2912682"/>
                  </a:lnTo>
                  <a:lnTo>
                    <a:pt x="4638509" y="2862186"/>
                  </a:lnTo>
                  <a:lnTo>
                    <a:pt x="4635995" y="2811690"/>
                  </a:lnTo>
                  <a:lnTo>
                    <a:pt x="4628451" y="2761970"/>
                  </a:lnTo>
                  <a:lnTo>
                    <a:pt x="4615878" y="2713803"/>
                  </a:lnTo>
                  <a:lnTo>
                    <a:pt x="4598276" y="2667965"/>
                  </a:lnTo>
                  <a:lnTo>
                    <a:pt x="4270719" y="1915922"/>
                  </a:lnTo>
                  <a:lnTo>
                    <a:pt x="1176832" y="1915922"/>
                  </a:lnTo>
                  <a:lnTo>
                    <a:pt x="1168478" y="1915578"/>
                  </a:lnTo>
                  <a:lnTo>
                    <a:pt x="1160189" y="1914526"/>
                  </a:lnTo>
                  <a:lnTo>
                    <a:pt x="1152033" y="1912734"/>
                  </a:lnTo>
                  <a:lnTo>
                    <a:pt x="1144079" y="1910168"/>
                  </a:lnTo>
                  <a:lnTo>
                    <a:pt x="1125004" y="1899361"/>
                  </a:lnTo>
                  <a:lnTo>
                    <a:pt x="1143355" y="1856524"/>
                  </a:lnTo>
                  <a:lnTo>
                    <a:pt x="1168552" y="1798929"/>
                  </a:lnTo>
                  <a:lnTo>
                    <a:pt x="1163878" y="1796046"/>
                  </a:lnTo>
                  <a:lnTo>
                    <a:pt x="1131781" y="1758281"/>
                  </a:lnTo>
                  <a:lnTo>
                    <a:pt x="816838" y="1034999"/>
                  </a:lnTo>
                  <a:lnTo>
                    <a:pt x="801989" y="962507"/>
                  </a:lnTo>
                  <a:lnTo>
                    <a:pt x="805701" y="925196"/>
                  </a:lnTo>
                  <a:lnTo>
                    <a:pt x="1123556" y="183248"/>
                  </a:lnTo>
                  <a:lnTo>
                    <a:pt x="1163832" y="128881"/>
                  </a:lnTo>
                  <a:lnTo>
                    <a:pt x="1218958" y="109080"/>
                  </a:lnTo>
                  <a:lnTo>
                    <a:pt x="1990423" y="109080"/>
                  </a:lnTo>
                  <a:lnTo>
                    <a:pt x="1979282" y="83527"/>
                  </a:lnTo>
                  <a:lnTo>
                    <a:pt x="1960004" y="48606"/>
                  </a:lnTo>
                  <a:lnTo>
                    <a:pt x="1934683" y="22323"/>
                  </a:lnTo>
                  <a:lnTo>
                    <a:pt x="1905108" y="5761"/>
                  </a:lnTo>
                  <a:lnTo>
                    <a:pt x="1873072" y="0"/>
                  </a:lnTo>
                  <a:close/>
                </a:path>
                <a:path w="4638675" h="5154930">
                  <a:moveTo>
                    <a:pt x="673557" y="3124809"/>
                  </a:moveTo>
                  <a:lnTo>
                    <a:pt x="272161" y="3124809"/>
                  </a:lnTo>
                  <a:lnTo>
                    <a:pt x="253315" y="3128201"/>
                  </a:lnTo>
                  <a:lnTo>
                    <a:pt x="221431" y="3153206"/>
                  </a:lnTo>
                  <a:lnTo>
                    <a:pt x="9715" y="3634930"/>
                  </a:lnTo>
                  <a:lnTo>
                    <a:pt x="0" y="3682264"/>
                  </a:lnTo>
                  <a:lnTo>
                    <a:pt x="2428" y="3706712"/>
                  </a:lnTo>
                  <a:lnTo>
                    <a:pt x="209880" y="4191127"/>
                  </a:lnTo>
                  <a:lnTo>
                    <a:pt x="236158" y="4226450"/>
                  </a:lnTo>
                  <a:lnTo>
                    <a:pt x="272161" y="4239361"/>
                  </a:lnTo>
                  <a:lnTo>
                    <a:pt x="673557" y="4239361"/>
                  </a:lnTo>
                  <a:lnTo>
                    <a:pt x="723879" y="4211270"/>
                  </a:lnTo>
                  <a:lnTo>
                    <a:pt x="936002" y="3729609"/>
                  </a:lnTo>
                  <a:lnTo>
                    <a:pt x="945984" y="3682264"/>
                  </a:lnTo>
                  <a:lnTo>
                    <a:pt x="943489" y="3657819"/>
                  </a:lnTo>
                  <a:lnTo>
                    <a:pt x="735114" y="3173399"/>
                  </a:lnTo>
                  <a:lnTo>
                    <a:pt x="709198" y="3137903"/>
                  </a:lnTo>
                  <a:lnTo>
                    <a:pt x="673557" y="3124809"/>
                  </a:lnTo>
                  <a:close/>
                </a:path>
                <a:path w="4638675" h="5154930">
                  <a:moveTo>
                    <a:pt x="3517912" y="569887"/>
                  </a:moveTo>
                  <a:lnTo>
                    <a:pt x="2192401" y="569887"/>
                  </a:lnTo>
                  <a:lnTo>
                    <a:pt x="2209317" y="608406"/>
                  </a:lnTo>
                  <a:lnTo>
                    <a:pt x="2323795" y="871562"/>
                  </a:lnTo>
                  <a:lnTo>
                    <a:pt x="2336353" y="911017"/>
                  </a:lnTo>
                  <a:lnTo>
                    <a:pt x="2340535" y="953147"/>
                  </a:lnTo>
                  <a:lnTo>
                    <a:pt x="2336353" y="995189"/>
                  </a:lnTo>
                  <a:lnTo>
                    <a:pt x="2323795" y="1034643"/>
                  </a:lnTo>
                  <a:lnTo>
                    <a:pt x="1976399" y="1832406"/>
                  </a:lnTo>
                  <a:lnTo>
                    <a:pt x="1957071" y="1867326"/>
                  </a:lnTo>
                  <a:lnTo>
                    <a:pt x="1902048" y="1910168"/>
                  </a:lnTo>
                  <a:lnTo>
                    <a:pt x="1870202" y="1915922"/>
                  </a:lnTo>
                  <a:lnTo>
                    <a:pt x="4270719" y="1915922"/>
                  </a:lnTo>
                  <a:lnTo>
                    <a:pt x="3770998" y="768604"/>
                  </a:lnTo>
                  <a:lnTo>
                    <a:pt x="3746757" y="718831"/>
                  </a:lnTo>
                  <a:lnTo>
                    <a:pt x="3717171" y="675368"/>
                  </a:lnTo>
                  <a:lnTo>
                    <a:pt x="3683063" y="638705"/>
                  </a:lnTo>
                  <a:lnTo>
                    <a:pt x="3645259" y="609334"/>
                  </a:lnTo>
                  <a:lnTo>
                    <a:pt x="3604583" y="587746"/>
                  </a:lnTo>
                  <a:lnTo>
                    <a:pt x="3561859" y="574433"/>
                  </a:lnTo>
                  <a:lnTo>
                    <a:pt x="3517912" y="569887"/>
                  </a:lnTo>
                  <a:close/>
                </a:path>
                <a:path w="4638675" h="5154930">
                  <a:moveTo>
                    <a:pt x="2097354" y="569887"/>
                  </a:moveTo>
                  <a:lnTo>
                    <a:pt x="1866963" y="569887"/>
                  </a:lnTo>
                  <a:lnTo>
                    <a:pt x="1821893" y="574433"/>
                  </a:lnTo>
                  <a:lnTo>
                    <a:pt x="1778699" y="587746"/>
                  </a:lnTo>
                  <a:lnTo>
                    <a:pt x="1737936" y="609334"/>
                  </a:lnTo>
                  <a:lnTo>
                    <a:pt x="1700159" y="638705"/>
                  </a:lnTo>
                  <a:lnTo>
                    <a:pt x="1665921" y="675368"/>
                  </a:lnTo>
                  <a:lnTo>
                    <a:pt x="1635778" y="718831"/>
                  </a:lnTo>
                  <a:lnTo>
                    <a:pt x="1610283" y="768604"/>
                  </a:lnTo>
                  <a:lnTo>
                    <a:pt x="1179360" y="1762569"/>
                  </a:lnTo>
                  <a:lnTo>
                    <a:pt x="1167472" y="1790280"/>
                  </a:lnTo>
                  <a:lnTo>
                    <a:pt x="1187272" y="1801444"/>
                  </a:lnTo>
                  <a:lnTo>
                    <a:pt x="1194355" y="1803809"/>
                  </a:lnTo>
                  <a:lnTo>
                    <a:pt x="1201540" y="1805495"/>
                  </a:lnTo>
                  <a:lnTo>
                    <a:pt x="1208792" y="1806505"/>
                  </a:lnTo>
                  <a:lnTo>
                    <a:pt x="1216075" y="1806841"/>
                  </a:lnTo>
                  <a:lnTo>
                    <a:pt x="1830958" y="1806841"/>
                  </a:lnTo>
                  <a:lnTo>
                    <a:pt x="1885365" y="1786909"/>
                  </a:lnTo>
                  <a:lnTo>
                    <a:pt x="1924913" y="1732686"/>
                  </a:lnTo>
                  <a:lnTo>
                    <a:pt x="2233079" y="1025639"/>
                  </a:lnTo>
                  <a:lnTo>
                    <a:pt x="2247928" y="953147"/>
                  </a:lnTo>
                  <a:lnTo>
                    <a:pt x="2244216" y="915836"/>
                  </a:lnTo>
                  <a:lnTo>
                    <a:pt x="2233079" y="880922"/>
                  </a:lnTo>
                  <a:lnTo>
                    <a:pt x="2120404" y="622439"/>
                  </a:lnTo>
                  <a:lnTo>
                    <a:pt x="2097354" y="569887"/>
                  </a:lnTo>
                  <a:close/>
                </a:path>
                <a:path w="4638675" h="5154930">
                  <a:moveTo>
                    <a:pt x="1990423" y="109080"/>
                  </a:moveTo>
                  <a:lnTo>
                    <a:pt x="1833841" y="109080"/>
                  </a:lnTo>
                  <a:lnTo>
                    <a:pt x="1862195" y="114187"/>
                  </a:lnTo>
                  <a:lnTo>
                    <a:pt x="1888421" y="128881"/>
                  </a:lnTo>
                  <a:lnTo>
                    <a:pt x="1910935" y="152216"/>
                  </a:lnTo>
                  <a:lnTo>
                    <a:pt x="1928152" y="183248"/>
                  </a:lnTo>
                  <a:lnTo>
                    <a:pt x="2057755" y="481330"/>
                  </a:lnTo>
                  <a:lnTo>
                    <a:pt x="2091956" y="559447"/>
                  </a:lnTo>
                  <a:lnTo>
                    <a:pt x="2186635" y="559447"/>
                  </a:lnTo>
                  <a:lnTo>
                    <a:pt x="2165756" y="511200"/>
                  </a:lnTo>
                  <a:lnTo>
                    <a:pt x="1990423" y="109080"/>
                  </a:lnTo>
                  <a:close/>
                </a:path>
              </a:pathLst>
            </a:custGeom>
            <a:solidFill>
              <a:srgbClr val="7F7F7F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4761" y="1715782"/>
              <a:ext cx="3203257" cy="342538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66800" y="316099"/>
            <a:ext cx="953734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175" dirty="0">
                <a:solidFill>
                  <a:srgbClr val="1E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</a:t>
            </a:r>
            <a:r>
              <a:rPr sz="4000" spc="390" dirty="0">
                <a:solidFill>
                  <a:srgbClr val="1E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100" dirty="0">
                <a:solidFill>
                  <a:srgbClr val="1E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</a:t>
            </a:r>
            <a:r>
              <a:rPr sz="4000" spc="400" dirty="0">
                <a:solidFill>
                  <a:srgbClr val="1E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114" dirty="0">
                <a:solidFill>
                  <a:srgbClr val="1E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HACKATHON</a:t>
            </a:r>
            <a:r>
              <a:rPr sz="4000" spc="385" dirty="0">
                <a:solidFill>
                  <a:srgbClr val="1E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155" dirty="0">
                <a:solidFill>
                  <a:srgbClr val="1E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381000" y="1905000"/>
            <a:ext cx="6331331" cy="3780521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59"/>
              </a:spcBef>
              <a:spcAft>
                <a:spcPts val="600"/>
              </a:spcAft>
            </a:pPr>
            <a:r>
              <a:rPr lang="en-US" sz="28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ID: </a:t>
            </a:r>
            <a:r>
              <a:rPr lang="en-US"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SIH26106</a:t>
            </a:r>
          </a:p>
          <a:p>
            <a:pPr marL="233363" indent="-220663" algn="just">
              <a:lnSpc>
                <a:spcPct val="100000"/>
              </a:lnSpc>
              <a:spcBef>
                <a:spcPts val="459"/>
              </a:spcBef>
              <a:spcAft>
                <a:spcPts val="600"/>
              </a:spcAft>
            </a:pPr>
            <a:r>
              <a:rPr lang="en-US"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Title: </a:t>
            </a:r>
            <a:r>
              <a:rPr lang="en-US"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Email Threat Detection, </a:t>
            </a:r>
            <a:r>
              <a:rPr lang="en-US" sz="2400" b="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GeoLocation</a:t>
            </a:r>
            <a:r>
              <a:rPr lang="en-US"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Forensic Intelligence Platform</a:t>
            </a:r>
          </a:p>
          <a:p>
            <a:pPr marL="12700" algn="just">
              <a:lnSpc>
                <a:spcPct val="100000"/>
              </a:lnSpc>
              <a:spcBef>
                <a:spcPts val="459"/>
              </a:spcBef>
              <a:spcAft>
                <a:spcPts val="600"/>
              </a:spcAft>
            </a:pPr>
            <a:r>
              <a:rPr lang="en-US"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</a:t>
            </a:r>
            <a:r>
              <a:rPr lang="en-US"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Blockchain &amp; Cybersecurity PS    </a:t>
            </a:r>
          </a:p>
          <a:p>
            <a:pPr marL="12700" algn="just">
              <a:lnSpc>
                <a:spcPct val="100000"/>
              </a:lnSpc>
              <a:spcBef>
                <a:spcPts val="459"/>
              </a:spcBef>
              <a:spcAft>
                <a:spcPts val="600"/>
              </a:spcAft>
            </a:pPr>
            <a:r>
              <a:rPr lang="en-US"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  <a:r>
              <a:rPr lang="en-US"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Software</a:t>
            </a:r>
          </a:p>
          <a:p>
            <a:pPr marL="12700" algn="just">
              <a:lnSpc>
                <a:spcPct val="100000"/>
              </a:lnSpc>
              <a:spcBef>
                <a:spcPts val="459"/>
              </a:spcBef>
              <a:spcAft>
                <a:spcPts val="600"/>
              </a:spcAft>
            </a:pPr>
            <a:r>
              <a:rPr lang="en-US"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ID: </a:t>
            </a:r>
            <a:r>
              <a:rPr lang="en-US"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172296</a:t>
            </a:r>
          </a:p>
          <a:p>
            <a:pPr marL="12700" algn="just">
              <a:lnSpc>
                <a:spcPct val="100000"/>
              </a:lnSpc>
              <a:spcBef>
                <a:spcPts val="459"/>
              </a:spcBef>
              <a:spcAft>
                <a:spcPts val="600"/>
              </a:spcAft>
            </a:pPr>
            <a:r>
              <a:rPr lang="en-US"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 </a:t>
            </a:r>
            <a:r>
              <a:rPr lang="en-US"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Shinigami Sentinel</a:t>
            </a:r>
            <a:endParaRPr sz="2400" b="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62320" y="194221"/>
            <a:ext cx="2249639" cy="10619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953000" y="1124272"/>
            <a:ext cx="12903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/>
                <a:cs typeface="Times New Roman"/>
              </a:rPr>
              <a:t>AEGIS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8525" y="621105"/>
            <a:ext cx="2619375" cy="506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929"/>
              </a:lnSpc>
            </a:pPr>
            <a:r>
              <a:rPr sz="3600" b="1" spc="-20" dirty="0">
                <a:latin typeface="Times New Roman"/>
                <a:cs typeface="Times New Roman"/>
              </a:rPr>
              <a:t>IDEA</a:t>
            </a:r>
            <a:r>
              <a:rPr sz="3600" b="1" spc="-22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TITLE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9755" y="252006"/>
            <a:ext cx="1252220" cy="808355"/>
          </a:xfrm>
          <a:custGeom>
            <a:avLst/>
            <a:gdLst/>
            <a:ahLst/>
            <a:cxnLst/>
            <a:rect l="l" t="t" r="r" b="b"/>
            <a:pathLst>
              <a:path w="1252220" h="808355">
                <a:moveTo>
                  <a:pt x="0" y="403910"/>
                </a:moveTo>
                <a:lnTo>
                  <a:pt x="3436" y="361584"/>
                </a:lnTo>
                <a:lnTo>
                  <a:pt x="13663" y="319914"/>
                </a:lnTo>
                <a:lnTo>
                  <a:pt x="30561" y="279212"/>
                </a:lnTo>
                <a:lnTo>
                  <a:pt x="54008" y="239788"/>
                </a:lnTo>
                <a:lnTo>
                  <a:pt x="83883" y="201955"/>
                </a:lnTo>
                <a:lnTo>
                  <a:pt x="119722" y="166490"/>
                </a:lnTo>
                <a:lnTo>
                  <a:pt x="160900" y="133722"/>
                </a:lnTo>
                <a:lnTo>
                  <a:pt x="207055" y="103926"/>
                </a:lnTo>
                <a:lnTo>
                  <a:pt x="257822" y="77378"/>
                </a:lnTo>
                <a:lnTo>
                  <a:pt x="312839" y="54356"/>
                </a:lnTo>
                <a:lnTo>
                  <a:pt x="361513" y="37955"/>
                </a:lnTo>
                <a:lnTo>
                  <a:pt x="411948" y="24425"/>
                </a:lnTo>
                <a:lnTo>
                  <a:pt x="463862" y="13814"/>
                </a:lnTo>
                <a:lnTo>
                  <a:pt x="516976" y="6173"/>
                </a:lnTo>
                <a:lnTo>
                  <a:pt x="571008" y="1551"/>
                </a:lnTo>
                <a:lnTo>
                  <a:pt x="625678" y="0"/>
                </a:lnTo>
                <a:lnTo>
                  <a:pt x="680507" y="1551"/>
                </a:lnTo>
                <a:lnTo>
                  <a:pt x="734645" y="6173"/>
                </a:lnTo>
                <a:lnTo>
                  <a:pt x="787820" y="13814"/>
                </a:lnTo>
                <a:lnTo>
                  <a:pt x="839765" y="24425"/>
                </a:lnTo>
                <a:lnTo>
                  <a:pt x="890210" y="37955"/>
                </a:lnTo>
                <a:lnTo>
                  <a:pt x="938885" y="54356"/>
                </a:lnTo>
                <a:lnTo>
                  <a:pt x="993902" y="77378"/>
                </a:lnTo>
                <a:lnTo>
                  <a:pt x="1044669" y="103926"/>
                </a:lnTo>
                <a:lnTo>
                  <a:pt x="1090824" y="133722"/>
                </a:lnTo>
                <a:lnTo>
                  <a:pt x="1132002" y="166490"/>
                </a:lnTo>
                <a:lnTo>
                  <a:pt x="1167841" y="201955"/>
                </a:lnTo>
                <a:lnTo>
                  <a:pt x="1197715" y="239788"/>
                </a:lnTo>
                <a:lnTo>
                  <a:pt x="1221162" y="279212"/>
                </a:lnTo>
                <a:lnTo>
                  <a:pt x="1238060" y="319914"/>
                </a:lnTo>
                <a:lnTo>
                  <a:pt x="1248288" y="361584"/>
                </a:lnTo>
                <a:lnTo>
                  <a:pt x="1251724" y="403910"/>
                </a:lnTo>
                <a:lnTo>
                  <a:pt x="1248288" y="446236"/>
                </a:lnTo>
                <a:lnTo>
                  <a:pt x="1238060" y="487907"/>
                </a:lnTo>
                <a:lnTo>
                  <a:pt x="1221162" y="528612"/>
                </a:lnTo>
                <a:lnTo>
                  <a:pt x="1197715" y="568039"/>
                </a:lnTo>
                <a:lnTo>
                  <a:pt x="1167841" y="605878"/>
                </a:lnTo>
                <a:lnTo>
                  <a:pt x="1132002" y="641343"/>
                </a:lnTo>
                <a:lnTo>
                  <a:pt x="1090824" y="674112"/>
                </a:lnTo>
                <a:lnTo>
                  <a:pt x="1044669" y="703908"/>
                </a:lnTo>
                <a:lnTo>
                  <a:pt x="993902" y="730455"/>
                </a:lnTo>
                <a:lnTo>
                  <a:pt x="938885" y="753478"/>
                </a:lnTo>
                <a:lnTo>
                  <a:pt x="890210" y="769878"/>
                </a:lnTo>
                <a:lnTo>
                  <a:pt x="839765" y="783408"/>
                </a:lnTo>
                <a:lnTo>
                  <a:pt x="787820" y="794019"/>
                </a:lnTo>
                <a:lnTo>
                  <a:pt x="734645" y="801661"/>
                </a:lnTo>
                <a:lnTo>
                  <a:pt x="680507" y="806282"/>
                </a:lnTo>
                <a:lnTo>
                  <a:pt x="625678" y="807834"/>
                </a:lnTo>
                <a:lnTo>
                  <a:pt x="571008" y="806282"/>
                </a:lnTo>
                <a:lnTo>
                  <a:pt x="516976" y="801661"/>
                </a:lnTo>
                <a:lnTo>
                  <a:pt x="463862" y="794019"/>
                </a:lnTo>
                <a:lnTo>
                  <a:pt x="411948" y="783408"/>
                </a:lnTo>
                <a:lnTo>
                  <a:pt x="361513" y="769878"/>
                </a:lnTo>
                <a:lnTo>
                  <a:pt x="312839" y="753478"/>
                </a:lnTo>
                <a:lnTo>
                  <a:pt x="257822" y="730455"/>
                </a:lnTo>
                <a:lnTo>
                  <a:pt x="207055" y="703908"/>
                </a:lnTo>
                <a:lnTo>
                  <a:pt x="160900" y="674112"/>
                </a:lnTo>
                <a:lnTo>
                  <a:pt x="119722" y="641343"/>
                </a:lnTo>
                <a:lnTo>
                  <a:pt x="83883" y="605878"/>
                </a:lnTo>
                <a:lnTo>
                  <a:pt x="54008" y="568039"/>
                </a:lnTo>
                <a:lnTo>
                  <a:pt x="30561" y="528612"/>
                </a:lnTo>
                <a:lnTo>
                  <a:pt x="13663" y="487907"/>
                </a:lnTo>
                <a:lnTo>
                  <a:pt x="3436" y="446236"/>
                </a:lnTo>
                <a:lnTo>
                  <a:pt x="0" y="403910"/>
                </a:lnTo>
                <a:close/>
              </a:path>
            </a:pathLst>
          </a:custGeom>
          <a:ln w="25559">
            <a:solidFill>
              <a:srgbClr val="7F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67334" y="475462"/>
            <a:ext cx="628066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 marR="5080" indent="-19685" algn="just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Shinigami Sentin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0117" y="1079"/>
            <a:ext cx="2249639" cy="1061999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3175000" y="381000"/>
            <a:ext cx="6350000" cy="889000"/>
          </a:xfrm>
          <a:custGeom>
            <a:avLst/>
            <a:gdLst/>
            <a:ahLst/>
            <a:cxnLst/>
            <a:rect l="l" t="t" r="r" b="b"/>
            <a:pathLst>
              <a:path w="6350000" h="889000">
                <a:moveTo>
                  <a:pt x="6350000" y="0"/>
                </a:moveTo>
                <a:lnTo>
                  <a:pt x="0" y="0"/>
                </a:lnTo>
                <a:lnTo>
                  <a:pt x="0" y="889000"/>
                </a:lnTo>
                <a:lnTo>
                  <a:pt x="6350000" y="889000"/>
                </a:lnTo>
                <a:lnTo>
                  <a:pt x="6350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2438400" y="387680"/>
            <a:ext cx="683895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/>
              <a:t>AI-Powered</a:t>
            </a:r>
            <a:r>
              <a:rPr sz="2600" spc="-15" dirty="0"/>
              <a:t> </a:t>
            </a:r>
            <a:r>
              <a:rPr sz="2600" dirty="0"/>
              <a:t>Email</a:t>
            </a:r>
            <a:r>
              <a:rPr sz="2600" spc="-15" dirty="0"/>
              <a:t> </a:t>
            </a:r>
            <a:r>
              <a:rPr sz="2600" dirty="0"/>
              <a:t>Threat</a:t>
            </a:r>
            <a:r>
              <a:rPr sz="2600" spc="-10" dirty="0"/>
              <a:t> </a:t>
            </a:r>
            <a:r>
              <a:rPr sz="2600" dirty="0"/>
              <a:t>&amp;</a:t>
            </a:r>
            <a:r>
              <a:rPr sz="2600" spc="-15" dirty="0"/>
              <a:t> </a:t>
            </a:r>
            <a:r>
              <a:rPr sz="2600" dirty="0"/>
              <a:t>Forensics</a:t>
            </a:r>
            <a:r>
              <a:rPr sz="2600" spc="-15" dirty="0"/>
              <a:t> </a:t>
            </a:r>
            <a:r>
              <a:rPr sz="2600" spc="-10" dirty="0"/>
              <a:t>Platform</a:t>
            </a:r>
            <a:endParaRPr sz="2600" dirty="0"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xfrm>
            <a:off x="4993817" y="6445462"/>
            <a:ext cx="2508250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</a:t>
            </a:r>
            <a:r>
              <a:rPr lang="en-US" spc="80" dirty="0"/>
              <a:t> </a:t>
            </a:r>
            <a:r>
              <a:rPr spc="80" dirty="0"/>
              <a:t>-</a:t>
            </a:r>
            <a:r>
              <a:rPr spc="25" dirty="0"/>
              <a:t> </a:t>
            </a:r>
            <a:r>
              <a:rPr lang="en-US" spc="25" dirty="0"/>
              <a:t>AEGIS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942FF2E-2597-00D5-7977-6FD94BDAA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306" y="3873919"/>
            <a:ext cx="2286000" cy="211086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840DD92-EE67-6AB3-BF2B-26F14E637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9307" y="1389419"/>
            <a:ext cx="2285999" cy="203958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39F3F91-273C-A26A-D535-8C2CAF451D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8835" y="1445608"/>
            <a:ext cx="2098333" cy="44145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3A94B6-74C6-0686-6E7A-E615721EB3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411" y="1167164"/>
            <a:ext cx="3447366" cy="49681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980D8E-A4F3-345C-144B-AB4C7A504F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4125" y="1167164"/>
            <a:ext cx="3447366" cy="50962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TECHNICAL</a:t>
            </a:r>
            <a:r>
              <a:rPr spc="-32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7334" y="475462"/>
            <a:ext cx="628066" cy="357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 marR="5080" indent="-19685" algn="just">
              <a:lnSpc>
                <a:spcPct val="100000"/>
              </a:lnSpc>
              <a:spcBef>
                <a:spcPts val="100"/>
              </a:spcBef>
            </a:pP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Shinigami Sentinel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0117" y="1079"/>
            <a:ext cx="2249639" cy="1061999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6" name="object 26">
            <a:extLst>
              <a:ext uri="{FF2B5EF4-FFF2-40B4-BE49-F238E27FC236}">
                <a16:creationId xmlns:a16="http://schemas.microsoft.com/office/drawing/2014/main" id="{86459ED8-3020-3595-4856-719CBC3612C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993817" y="6445462"/>
            <a:ext cx="2508250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</a:t>
            </a:r>
            <a:r>
              <a:rPr lang="en-US" spc="80" dirty="0"/>
              <a:t> </a:t>
            </a:r>
            <a:r>
              <a:rPr spc="80" dirty="0"/>
              <a:t>-</a:t>
            </a:r>
            <a:r>
              <a:rPr spc="25" dirty="0"/>
              <a:t> </a:t>
            </a:r>
            <a:r>
              <a:rPr lang="en-US" spc="25" dirty="0"/>
              <a:t>AEGIS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148C8A-D5D6-7C30-CBB9-D14E75B8A5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85" b="3000"/>
          <a:stretch>
            <a:fillRect/>
          </a:stretch>
        </p:blipFill>
        <p:spPr>
          <a:xfrm>
            <a:off x="516169" y="1058855"/>
            <a:ext cx="11159661" cy="525151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29755" y="252006"/>
            <a:ext cx="1252220" cy="808355"/>
          </a:xfrm>
          <a:custGeom>
            <a:avLst/>
            <a:gdLst/>
            <a:ahLst/>
            <a:cxnLst/>
            <a:rect l="l" t="t" r="r" b="b"/>
            <a:pathLst>
              <a:path w="1252220" h="808355">
                <a:moveTo>
                  <a:pt x="0" y="403910"/>
                </a:moveTo>
                <a:lnTo>
                  <a:pt x="3436" y="361584"/>
                </a:lnTo>
                <a:lnTo>
                  <a:pt x="13663" y="319914"/>
                </a:lnTo>
                <a:lnTo>
                  <a:pt x="30561" y="279212"/>
                </a:lnTo>
                <a:lnTo>
                  <a:pt x="54008" y="239788"/>
                </a:lnTo>
                <a:lnTo>
                  <a:pt x="83883" y="201955"/>
                </a:lnTo>
                <a:lnTo>
                  <a:pt x="119722" y="166490"/>
                </a:lnTo>
                <a:lnTo>
                  <a:pt x="160900" y="133722"/>
                </a:lnTo>
                <a:lnTo>
                  <a:pt x="207055" y="103926"/>
                </a:lnTo>
                <a:lnTo>
                  <a:pt x="257822" y="77378"/>
                </a:lnTo>
                <a:lnTo>
                  <a:pt x="312839" y="54356"/>
                </a:lnTo>
                <a:lnTo>
                  <a:pt x="361513" y="37955"/>
                </a:lnTo>
                <a:lnTo>
                  <a:pt x="411948" y="24425"/>
                </a:lnTo>
                <a:lnTo>
                  <a:pt x="463862" y="13814"/>
                </a:lnTo>
                <a:lnTo>
                  <a:pt x="516976" y="6173"/>
                </a:lnTo>
                <a:lnTo>
                  <a:pt x="571008" y="1551"/>
                </a:lnTo>
                <a:lnTo>
                  <a:pt x="625678" y="0"/>
                </a:lnTo>
                <a:lnTo>
                  <a:pt x="680507" y="1551"/>
                </a:lnTo>
                <a:lnTo>
                  <a:pt x="734645" y="6173"/>
                </a:lnTo>
                <a:lnTo>
                  <a:pt x="787820" y="13814"/>
                </a:lnTo>
                <a:lnTo>
                  <a:pt x="839765" y="24425"/>
                </a:lnTo>
                <a:lnTo>
                  <a:pt x="890210" y="37955"/>
                </a:lnTo>
                <a:lnTo>
                  <a:pt x="938885" y="54356"/>
                </a:lnTo>
                <a:lnTo>
                  <a:pt x="993902" y="77378"/>
                </a:lnTo>
                <a:lnTo>
                  <a:pt x="1044669" y="103926"/>
                </a:lnTo>
                <a:lnTo>
                  <a:pt x="1090824" y="133722"/>
                </a:lnTo>
                <a:lnTo>
                  <a:pt x="1132002" y="166490"/>
                </a:lnTo>
                <a:lnTo>
                  <a:pt x="1167841" y="201955"/>
                </a:lnTo>
                <a:lnTo>
                  <a:pt x="1197715" y="239788"/>
                </a:lnTo>
                <a:lnTo>
                  <a:pt x="1221162" y="279212"/>
                </a:lnTo>
                <a:lnTo>
                  <a:pt x="1238060" y="319914"/>
                </a:lnTo>
                <a:lnTo>
                  <a:pt x="1248288" y="361584"/>
                </a:lnTo>
                <a:lnTo>
                  <a:pt x="1251724" y="403910"/>
                </a:lnTo>
                <a:lnTo>
                  <a:pt x="1248288" y="446236"/>
                </a:lnTo>
                <a:lnTo>
                  <a:pt x="1238060" y="487907"/>
                </a:lnTo>
                <a:lnTo>
                  <a:pt x="1221162" y="528612"/>
                </a:lnTo>
                <a:lnTo>
                  <a:pt x="1197715" y="568039"/>
                </a:lnTo>
                <a:lnTo>
                  <a:pt x="1167841" y="605878"/>
                </a:lnTo>
                <a:lnTo>
                  <a:pt x="1132002" y="641343"/>
                </a:lnTo>
                <a:lnTo>
                  <a:pt x="1090824" y="674112"/>
                </a:lnTo>
                <a:lnTo>
                  <a:pt x="1044669" y="703908"/>
                </a:lnTo>
                <a:lnTo>
                  <a:pt x="993902" y="730455"/>
                </a:lnTo>
                <a:lnTo>
                  <a:pt x="938885" y="753478"/>
                </a:lnTo>
                <a:lnTo>
                  <a:pt x="890210" y="769878"/>
                </a:lnTo>
                <a:lnTo>
                  <a:pt x="839765" y="783408"/>
                </a:lnTo>
                <a:lnTo>
                  <a:pt x="787820" y="794019"/>
                </a:lnTo>
                <a:lnTo>
                  <a:pt x="734645" y="801661"/>
                </a:lnTo>
                <a:lnTo>
                  <a:pt x="680507" y="806282"/>
                </a:lnTo>
                <a:lnTo>
                  <a:pt x="625678" y="807834"/>
                </a:lnTo>
                <a:lnTo>
                  <a:pt x="571008" y="806282"/>
                </a:lnTo>
                <a:lnTo>
                  <a:pt x="516976" y="801661"/>
                </a:lnTo>
                <a:lnTo>
                  <a:pt x="463862" y="794019"/>
                </a:lnTo>
                <a:lnTo>
                  <a:pt x="411948" y="783408"/>
                </a:lnTo>
                <a:lnTo>
                  <a:pt x="361513" y="769878"/>
                </a:lnTo>
                <a:lnTo>
                  <a:pt x="312839" y="753478"/>
                </a:lnTo>
                <a:lnTo>
                  <a:pt x="257822" y="730455"/>
                </a:lnTo>
                <a:lnTo>
                  <a:pt x="207055" y="703908"/>
                </a:lnTo>
                <a:lnTo>
                  <a:pt x="160900" y="674112"/>
                </a:lnTo>
                <a:lnTo>
                  <a:pt x="119722" y="641343"/>
                </a:lnTo>
                <a:lnTo>
                  <a:pt x="83883" y="605878"/>
                </a:lnTo>
                <a:lnTo>
                  <a:pt x="54008" y="568039"/>
                </a:lnTo>
                <a:lnTo>
                  <a:pt x="30561" y="528612"/>
                </a:lnTo>
                <a:lnTo>
                  <a:pt x="13663" y="487907"/>
                </a:lnTo>
                <a:lnTo>
                  <a:pt x="3436" y="446236"/>
                </a:lnTo>
                <a:lnTo>
                  <a:pt x="0" y="403910"/>
                </a:lnTo>
                <a:close/>
              </a:path>
            </a:pathLst>
          </a:custGeom>
          <a:ln w="25559">
            <a:solidFill>
              <a:srgbClr val="7F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21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FEASIBILITY</a:t>
            </a:r>
            <a:r>
              <a:rPr spc="-33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VIABILITY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7334" y="475462"/>
            <a:ext cx="704266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 marR="5080" indent="-19685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Shinigami Sentin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0117" y="1079"/>
            <a:ext cx="2249639" cy="1061999"/>
          </a:xfrm>
          <a:prstGeom prst="rect">
            <a:avLst/>
          </a:prstGeom>
        </p:spPr>
      </p:pic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3" name="object 3">
            <a:extLst>
              <a:ext uri="{FF2B5EF4-FFF2-40B4-BE49-F238E27FC236}">
                <a16:creationId xmlns:a16="http://schemas.microsoft.com/office/drawing/2014/main" id="{EEC0D6EA-02F3-B2D3-9412-25215CFEF12F}"/>
              </a:ext>
            </a:extLst>
          </p:cNvPr>
          <p:cNvSpPr/>
          <p:nvPr/>
        </p:nvSpPr>
        <p:spPr>
          <a:xfrm>
            <a:off x="328879" y="265343"/>
            <a:ext cx="1252220" cy="808355"/>
          </a:xfrm>
          <a:custGeom>
            <a:avLst/>
            <a:gdLst/>
            <a:ahLst/>
            <a:cxnLst/>
            <a:rect l="l" t="t" r="r" b="b"/>
            <a:pathLst>
              <a:path w="1252220" h="808355">
                <a:moveTo>
                  <a:pt x="0" y="403910"/>
                </a:moveTo>
                <a:lnTo>
                  <a:pt x="3436" y="361584"/>
                </a:lnTo>
                <a:lnTo>
                  <a:pt x="13663" y="319914"/>
                </a:lnTo>
                <a:lnTo>
                  <a:pt x="30561" y="279212"/>
                </a:lnTo>
                <a:lnTo>
                  <a:pt x="54008" y="239788"/>
                </a:lnTo>
                <a:lnTo>
                  <a:pt x="83883" y="201955"/>
                </a:lnTo>
                <a:lnTo>
                  <a:pt x="119722" y="166490"/>
                </a:lnTo>
                <a:lnTo>
                  <a:pt x="160900" y="133722"/>
                </a:lnTo>
                <a:lnTo>
                  <a:pt x="207055" y="103926"/>
                </a:lnTo>
                <a:lnTo>
                  <a:pt x="257822" y="77378"/>
                </a:lnTo>
                <a:lnTo>
                  <a:pt x="312839" y="54356"/>
                </a:lnTo>
                <a:lnTo>
                  <a:pt x="361513" y="37955"/>
                </a:lnTo>
                <a:lnTo>
                  <a:pt x="411948" y="24425"/>
                </a:lnTo>
                <a:lnTo>
                  <a:pt x="463862" y="13814"/>
                </a:lnTo>
                <a:lnTo>
                  <a:pt x="516976" y="6173"/>
                </a:lnTo>
                <a:lnTo>
                  <a:pt x="571008" y="1551"/>
                </a:lnTo>
                <a:lnTo>
                  <a:pt x="625678" y="0"/>
                </a:lnTo>
                <a:lnTo>
                  <a:pt x="680507" y="1551"/>
                </a:lnTo>
                <a:lnTo>
                  <a:pt x="734645" y="6173"/>
                </a:lnTo>
                <a:lnTo>
                  <a:pt x="787820" y="13814"/>
                </a:lnTo>
                <a:lnTo>
                  <a:pt x="839765" y="24425"/>
                </a:lnTo>
                <a:lnTo>
                  <a:pt x="890210" y="37955"/>
                </a:lnTo>
                <a:lnTo>
                  <a:pt x="938885" y="54356"/>
                </a:lnTo>
                <a:lnTo>
                  <a:pt x="993902" y="77378"/>
                </a:lnTo>
                <a:lnTo>
                  <a:pt x="1044669" y="103926"/>
                </a:lnTo>
                <a:lnTo>
                  <a:pt x="1090824" y="133722"/>
                </a:lnTo>
                <a:lnTo>
                  <a:pt x="1132002" y="166490"/>
                </a:lnTo>
                <a:lnTo>
                  <a:pt x="1167841" y="201955"/>
                </a:lnTo>
                <a:lnTo>
                  <a:pt x="1197715" y="239788"/>
                </a:lnTo>
                <a:lnTo>
                  <a:pt x="1221162" y="279212"/>
                </a:lnTo>
                <a:lnTo>
                  <a:pt x="1238060" y="319914"/>
                </a:lnTo>
                <a:lnTo>
                  <a:pt x="1248288" y="361584"/>
                </a:lnTo>
                <a:lnTo>
                  <a:pt x="1251724" y="403910"/>
                </a:lnTo>
                <a:lnTo>
                  <a:pt x="1248288" y="446236"/>
                </a:lnTo>
                <a:lnTo>
                  <a:pt x="1238060" y="487907"/>
                </a:lnTo>
                <a:lnTo>
                  <a:pt x="1221162" y="528612"/>
                </a:lnTo>
                <a:lnTo>
                  <a:pt x="1197715" y="568039"/>
                </a:lnTo>
                <a:lnTo>
                  <a:pt x="1167841" y="605878"/>
                </a:lnTo>
                <a:lnTo>
                  <a:pt x="1132002" y="641343"/>
                </a:lnTo>
                <a:lnTo>
                  <a:pt x="1090824" y="674112"/>
                </a:lnTo>
                <a:lnTo>
                  <a:pt x="1044669" y="703908"/>
                </a:lnTo>
                <a:lnTo>
                  <a:pt x="993902" y="730455"/>
                </a:lnTo>
                <a:lnTo>
                  <a:pt x="938885" y="753478"/>
                </a:lnTo>
                <a:lnTo>
                  <a:pt x="890210" y="769878"/>
                </a:lnTo>
                <a:lnTo>
                  <a:pt x="839765" y="783408"/>
                </a:lnTo>
                <a:lnTo>
                  <a:pt x="787820" y="794019"/>
                </a:lnTo>
                <a:lnTo>
                  <a:pt x="734645" y="801661"/>
                </a:lnTo>
                <a:lnTo>
                  <a:pt x="680507" y="806282"/>
                </a:lnTo>
                <a:lnTo>
                  <a:pt x="625678" y="807834"/>
                </a:lnTo>
                <a:lnTo>
                  <a:pt x="571008" y="806282"/>
                </a:lnTo>
                <a:lnTo>
                  <a:pt x="516976" y="801661"/>
                </a:lnTo>
                <a:lnTo>
                  <a:pt x="463862" y="794019"/>
                </a:lnTo>
                <a:lnTo>
                  <a:pt x="411948" y="783408"/>
                </a:lnTo>
                <a:lnTo>
                  <a:pt x="361513" y="769878"/>
                </a:lnTo>
                <a:lnTo>
                  <a:pt x="312839" y="753478"/>
                </a:lnTo>
                <a:lnTo>
                  <a:pt x="257822" y="730455"/>
                </a:lnTo>
                <a:lnTo>
                  <a:pt x="207055" y="703908"/>
                </a:lnTo>
                <a:lnTo>
                  <a:pt x="160900" y="674112"/>
                </a:lnTo>
                <a:lnTo>
                  <a:pt x="119722" y="641343"/>
                </a:lnTo>
                <a:lnTo>
                  <a:pt x="83883" y="605878"/>
                </a:lnTo>
                <a:lnTo>
                  <a:pt x="54008" y="568039"/>
                </a:lnTo>
                <a:lnTo>
                  <a:pt x="30561" y="528612"/>
                </a:lnTo>
                <a:lnTo>
                  <a:pt x="13663" y="487907"/>
                </a:lnTo>
                <a:lnTo>
                  <a:pt x="3436" y="446236"/>
                </a:lnTo>
                <a:lnTo>
                  <a:pt x="0" y="403910"/>
                </a:lnTo>
                <a:close/>
              </a:path>
            </a:pathLst>
          </a:custGeom>
          <a:ln w="25559">
            <a:solidFill>
              <a:srgbClr val="7F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6">
            <a:extLst>
              <a:ext uri="{FF2B5EF4-FFF2-40B4-BE49-F238E27FC236}">
                <a16:creationId xmlns:a16="http://schemas.microsoft.com/office/drawing/2014/main" id="{E467722D-6890-8DA0-9EF6-BDA5B6C5C60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993817" y="6445462"/>
            <a:ext cx="2508250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</a:t>
            </a:r>
            <a:r>
              <a:rPr lang="en-US" spc="80" dirty="0"/>
              <a:t> </a:t>
            </a:r>
            <a:r>
              <a:rPr spc="80" dirty="0"/>
              <a:t>-</a:t>
            </a:r>
            <a:r>
              <a:rPr spc="25" dirty="0"/>
              <a:t> </a:t>
            </a:r>
            <a:r>
              <a:rPr lang="en-US" spc="25" dirty="0"/>
              <a:t>AEGIS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DAEA94-0423-1B02-6F0F-FD85BE799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382" y="1143000"/>
            <a:ext cx="11653235" cy="47899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010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IMPACT</a:t>
            </a:r>
            <a:r>
              <a:rPr spc="-254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spc="-10" dirty="0"/>
              <a:t>BENEFITS</a:t>
            </a:r>
          </a:p>
        </p:txBody>
      </p:sp>
      <p:sp>
        <p:nvSpPr>
          <p:cNvPr id="3" name="object 3"/>
          <p:cNvSpPr/>
          <p:nvPr/>
        </p:nvSpPr>
        <p:spPr>
          <a:xfrm>
            <a:off x="329755" y="252006"/>
            <a:ext cx="1252220" cy="808355"/>
          </a:xfrm>
          <a:custGeom>
            <a:avLst/>
            <a:gdLst/>
            <a:ahLst/>
            <a:cxnLst/>
            <a:rect l="l" t="t" r="r" b="b"/>
            <a:pathLst>
              <a:path w="1252220" h="808355">
                <a:moveTo>
                  <a:pt x="0" y="403910"/>
                </a:moveTo>
                <a:lnTo>
                  <a:pt x="3436" y="361584"/>
                </a:lnTo>
                <a:lnTo>
                  <a:pt x="13663" y="319914"/>
                </a:lnTo>
                <a:lnTo>
                  <a:pt x="30561" y="279212"/>
                </a:lnTo>
                <a:lnTo>
                  <a:pt x="54008" y="239788"/>
                </a:lnTo>
                <a:lnTo>
                  <a:pt x="83883" y="201955"/>
                </a:lnTo>
                <a:lnTo>
                  <a:pt x="119722" y="166490"/>
                </a:lnTo>
                <a:lnTo>
                  <a:pt x="160900" y="133722"/>
                </a:lnTo>
                <a:lnTo>
                  <a:pt x="207055" y="103926"/>
                </a:lnTo>
                <a:lnTo>
                  <a:pt x="257822" y="77378"/>
                </a:lnTo>
                <a:lnTo>
                  <a:pt x="312839" y="54356"/>
                </a:lnTo>
                <a:lnTo>
                  <a:pt x="361513" y="37955"/>
                </a:lnTo>
                <a:lnTo>
                  <a:pt x="411948" y="24425"/>
                </a:lnTo>
                <a:lnTo>
                  <a:pt x="463862" y="13814"/>
                </a:lnTo>
                <a:lnTo>
                  <a:pt x="516976" y="6173"/>
                </a:lnTo>
                <a:lnTo>
                  <a:pt x="571008" y="1551"/>
                </a:lnTo>
                <a:lnTo>
                  <a:pt x="625678" y="0"/>
                </a:lnTo>
                <a:lnTo>
                  <a:pt x="680507" y="1551"/>
                </a:lnTo>
                <a:lnTo>
                  <a:pt x="734645" y="6173"/>
                </a:lnTo>
                <a:lnTo>
                  <a:pt x="787820" y="13814"/>
                </a:lnTo>
                <a:lnTo>
                  <a:pt x="839765" y="24425"/>
                </a:lnTo>
                <a:lnTo>
                  <a:pt x="890210" y="37955"/>
                </a:lnTo>
                <a:lnTo>
                  <a:pt x="938885" y="54356"/>
                </a:lnTo>
                <a:lnTo>
                  <a:pt x="993902" y="77378"/>
                </a:lnTo>
                <a:lnTo>
                  <a:pt x="1044669" y="103926"/>
                </a:lnTo>
                <a:lnTo>
                  <a:pt x="1090824" y="133722"/>
                </a:lnTo>
                <a:lnTo>
                  <a:pt x="1132002" y="166490"/>
                </a:lnTo>
                <a:lnTo>
                  <a:pt x="1167841" y="201955"/>
                </a:lnTo>
                <a:lnTo>
                  <a:pt x="1197715" y="239788"/>
                </a:lnTo>
                <a:lnTo>
                  <a:pt x="1221162" y="279212"/>
                </a:lnTo>
                <a:lnTo>
                  <a:pt x="1238060" y="319914"/>
                </a:lnTo>
                <a:lnTo>
                  <a:pt x="1248288" y="361584"/>
                </a:lnTo>
                <a:lnTo>
                  <a:pt x="1251724" y="403910"/>
                </a:lnTo>
                <a:lnTo>
                  <a:pt x="1248288" y="446236"/>
                </a:lnTo>
                <a:lnTo>
                  <a:pt x="1238060" y="487907"/>
                </a:lnTo>
                <a:lnTo>
                  <a:pt x="1221162" y="528612"/>
                </a:lnTo>
                <a:lnTo>
                  <a:pt x="1197715" y="568039"/>
                </a:lnTo>
                <a:lnTo>
                  <a:pt x="1167841" y="605878"/>
                </a:lnTo>
                <a:lnTo>
                  <a:pt x="1132002" y="641343"/>
                </a:lnTo>
                <a:lnTo>
                  <a:pt x="1090824" y="674112"/>
                </a:lnTo>
                <a:lnTo>
                  <a:pt x="1044669" y="703908"/>
                </a:lnTo>
                <a:lnTo>
                  <a:pt x="993902" y="730455"/>
                </a:lnTo>
                <a:lnTo>
                  <a:pt x="938885" y="753478"/>
                </a:lnTo>
                <a:lnTo>
                  <a:pt x="890210" y="769878"/>
                </a:lnTo>
                <a:lnTo>
                  <a:pt x="839765" y="783408"/>
                </a:lnTo>
                <a:lnTo>
                  <a:pt x="787820" y="794019"/>
                </a:lnTo>
                <a:lnTo>
                  <a:pt x="734645" y="801661"/>
                </a:lnTo>
                <a:lnTo>
                  <a:pt x="680507" y="806282"/>
                </a:lnTo>
                <a:lnTo>
                  <a:pt x="625678" y="807834"/>
                </a:lnTo>
                <a:lnTo>
                  <a:pt x="571008" y="806282"/>
                </a:lnTo>
                <a:lnTo>
                  <a:pt x="516976" y="801661"/>
                </a:lnTo>
                <a:lnTo>
                  <a:pt x="463862" y="794019"/>
                </a:lnTo>
                <a:lnTo>
                  <a:pt x="411948" y="783408"/>
                </a:lnTo>
                <a:lnTo>
                  <a:pt x="361513" y="769878"/>
                </a:lnTo>
                <a:lnTo>
                  <a:pt x="312839" y="753478"/>
                </a:lnTo>
                <a:lnTo>
                  <a:pt x="257822" y="730455"/>
                </a:lnTo>
                <a:lnTo>
                  <a:pt x="207055" y="703908"/>
                </a:lnTo>
                <a:lnTo>
                  <a:pt x="160900" y="674112"/>
                </a:lnTo>
                <a:lnTo>
                  <a:pt x="119722" y="641343"/>
                </a:lnTo>
                <a:lnTo>
                  <a:pt x="83883" y="605878"/>
                </a:lnTo>
                <a:lnTo>
                  <a:pt x="54008" y="568039"/>
                </a:lnTo>
                <a:lnTo>
                  <a:pt x="30561" y="528612"/>
                </a:lnTo>
                <a:lnTo>
                  <a:pt x="13663" y="487907"/>
                </a:lnTo>
                <a:lnTo>
                  <a:pt x="3436" y="446236"/>
                </a:lnTo>
                <a:lnTo>
                  <a:pt x="0" y="403910"/>
                </a:lnTo>
                <a:close/>
              </a:path>
            </a:pathLst>
          </a:custGeom>
          <a:ln w="25559">
            <a:solidFill>
              <a:srgbClr val="7F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67334" y="475463"/>
            <a:ext cx="704266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 marR="5080" indent="-19685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Shinigami Sentin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0117" y="1079"/>
            <a:ext cx="2249639" cy="1061999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6" name="object 26">
            <a:extLst>
              <a:ext uri="{FF2B5EF4-FFF2-40B4-BE49-F238E27FC236}">
                <a16:creationId xmlns:a16="http://schemas.microsoft.com/office/drawing/2014/main" id="{370220FE-06CB-FB1B-56CE-9FAEF765A85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993817" y="6445462"/>
            <a:ext cx="2508250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</a:t>
            </a:r>
            <a:r>
              <a:rPr lang="en-US" spc="80" dirty="0"/>
              <a:t> </a:t>
            </a:r>
            <a:r>
              <a:rPr spc="80" dirty="0"/>
              <a:t>-</a:t>
            </a:r>
            <a:r>
              <a:rPr spc="25" dirty="0"/>
              <a:t> </a:t>
            </a:r>
            <a:r>
              <a:rPr lang="en-US" spc="25" dirty="0"/>
              <a:t>AEGIS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4BEED52-8434-5EF7-897E-57EE52D87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23" y="1195355"/>
            <a:ext cx="11542280" cy="48655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spc="6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REFERENCES</a:t>
            </a:r>
          </a:p>
        </p:txBody>
      </p:sp>
      <p:sp>
        <p:nvSpPr>
          <p:cNvPr id="4" name="object 4"/>
          <p:cNvSpPr/>
          <p:nvPr/>
        </p:nvSpPr>
        <p:spPr>
          <a:xfrm>
            <a:off x="329755" y="252006"/>
            <a:ext cx="1252220" cy="808355"/>
          </a:xfrm>
          <a:custGeom>
            <a:avLst/>
            <a:gdLst/>
            <a:ahLst/>
            <a:cxnLst/>
            <a:rect l="l" t="t" r="r" b="b"/>
            <a:pathLst>
              <a:path w="1252220" h="808355">
                <a:moveTo>
                  <a:pt x="0" y="403910"/>
                </a:moveTo>
                <a:lnTo>
                  <a:pt x="3436" y="361584"/>
                </a:lnTo>
                <a:lnTo>
                  <a:pt x="13663" y="319914"/>
                </a:lnTo>
                <a:lnTo>
                  <a:pt x="30561" y="279212"/>
                </a:lnTo>
                <a:lnTo>
                  <a:pt x="54008" y="239788"/>
                </a:lnTo>
                <a:lnTo>
                  <a:pt x="83883" y="201955"/>
                </a:lnTo>
                <a:lnTo>
                  <a:pt x="119722" y="166490"/>
                </a:lnTo>
                <a:lnTo>
                  <a:pt x="160900" y="133722"/>
                </a:lnTo>
                <a:lnTo>
                  <a:pt x="207055" y="103926"/>
                </a:lnTo>
                <a:lnTo>
                  <a:pt x="257822" y="77378"/>
                </a:lnTo>
                <a:lnTo>
                  <a:pt x="312839" y="54356"/>
                </a:lnTo>
                <a:lnTo>
                  <a:pt x="361513" y="37955"/>
                </a:lnTo>
                <a:lnTo>
                  <a:pt x="411948" y="24425"/>
                </a:lnTo>
                <a:lnTo>
                  <a:pt x="463862" y="13814"/>
                </a:lnTo>
                <a:lnTo>
                  <a:pt x="516976" y="6173"/>
                </a:lnTo>
                <a:lnTo>
                  <a:pt x="571008" y="1551"/>
                </a:lnTo>
                <a:lnTo>
                  <a:pt x="625678" y="0"/>
                </a:lnTo>
                <a:lnTo>
                  <a:pt x="680507" y="1551"/>
                </a:lnTo>
                <a:lnTo>
                  <a:pt x="734645" y="6173"/>
                </a:lnTo>
                <a:lnTo>
                  <a:pt x="787820" y="13814"/>
                </a:lnTo>
                <a:lnTo>
                  <a:pt x="839765" y="24425"/>
                </a:lnTo>
                <a:lnTo>
                  <a:pt x="890210" y="37955"/>
                </a:lnTo>
                <a:lnTo>
                  <a:pt x="938885" y="54356"/>
                </a:lnTo>
                <a:lnTo>
                  <a:pt x="993902" y="77378"/>
                </a:lnTo>
                <a:lnTo>
                  <a:pt x="1044669" y="103926"/>
                </a:lnTo>
                <a:lnTo>
                  <a:pt x="1090824" y="133722"/>
                </a:lnTo>
                <a:lnTo>
                  <a:pt x="1132002" y="166490"/>
                </a:lnTo>
                <a:lnTo>
                  <a:pt x="1167841" y="201955"/>
                </a:lnTo>
                <a:lnTo>
                  <a:pt x="1197715" y="239788"/>
                </a:lnTo>
                <a:lnTo>
                  <a:pt x="1221162" y="279212"/>
                </a:lnTo>
                <a:lnTo>
                  <a:pt x="1238060" y="319914"/>
                </a:lnTo>
                <a:lnTo>
                  <a:pt x="1248288" y="361584"/>
                </a:lnTo>
                <a:lnTo>
                  <a:pt x="1251724" y="403910"/>
                </a:lnTo>
                <a:lnTo>
                  <a:pt x="1248288" y="446236"/>
                </a:lnTo>
                <a:lnTo>
                  <a:pt x="1238060" y="487907"/>
                </a:lnTo>
                <a:lnTo>
                  <a:pt x="1221162" y="528612"/>
                </a:lnTo>
                <a:lnTo>
                  <a:pt x="1197715" y="568039"/>
                </a:lnTo>
                <a:lnTo>
                  <a:pt x="1167841" y="605878"/>
                </a:lnTo>
                <a:lnTo>
                  <a:pt x="1132002" y="641343"/>
                </a:lnTo>
                <a:lnTo>
                  <a:pt x="1090824" y="674112"/>
                </a:lnTo>
                <a:lnTo>
                  <a:pt x="1044669" y="703908"/>
                </a:lnTo>
                <a:lnTo>
                  <a:pt x="993902" y="730455"/>
                </a:lnTo>
                <a:lnTo>
                  <a:pt x="938885" y="753478"/>
                </a:lnTo>
                <a:lnTo>
                  <a:pt x="890210" y="769878"/>
                </a:lnTo>
                <a:lnTo>
                  <a:pt x="839765" y="783408"/>
                </a:lnTo>
                <a:lnTo>
                  <a:pt x="787820" y="794019"/>
                </a:lnTo>
                <a:lnTo>
                  <a:pt x="734645" y="801661"/>
                </a:lnTo>
                <a:lnTo>
                  <a:pt x="680507" y="806282"/>
                </a:lnTo>
                <a:lnTo>
                  <a:pt x="625678" y="807834"/>
                </a:lnTo>
                <a:lnTo>
                  <a:pt x="571008" y="806282"/>
                </a:lnTo>
                <a:lnTo>
                  <a:pt x="516976" y="801661"/>
                </a:lnTo>
                <a:lnTo>
                  <a:pt x="463862" y="794019"/>
                </a:lnTo>
                <a:lnTo>
                  <a:pt x="411948" y="783408"/>
                </a:lnTo>
                <a:lnTo>
                  <a:pt x="361513" y="769878"/>
                </a:lnTo>
                <a:lnTo>
                  <a:pt x="312839" y="753478"/>
                </a:lnTo>
                <a:lnTo>
                  <a:pt x="257822" y="730455"/>
                </a:lnTo>
                <a:lnTo>
                  <a:pt x="207055" y="703908"/>
                </a:lnTo>
                <a:lnTo>
                  <a:pt x="160900" y="674112"/>
                </a:lnTo>
                <a:lnTo>
                  <a:pt x="119722" y="641343"/>
                </a:lnTo>
                <a:lnTo>
                  <a:pt x="83883" y="605878"/>
                </a:lnTo>
                <a:lnTo>
                  <a:pt x="54008" y="568039"/>
                </a:lnTo>
                <a:lnTo>
                  <a:pt x="30561" y="528612"/>
                </a:lnTo>
                <a:lnTo>
                  <a:pt x="13663" y="487907"/>
                </a:lnTo>
                <a:lnTo>
                  <a:pt x="3436" y="446236"/>
                </a:lnTo>
                <a:lnTo>
                  <a:pt x="0" y="403910"/>
                </a:lnTo>
                <a:close/>
              </a:path>
            </a:pathLst>
          </a:custGeom>
          <a:ln w="25559">
            <a:solidFill>
              <a:srgbClr val="7F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67334" y="475463"/>
            <a:ext cx="715912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 marR="5080" indent="-19685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Shinigami Sentin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8881" y="1670050"/>
            <a:ext cx="24765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FFFFF"/>
                </a:solidFill>
                <a:latin typeface="Arial"/>
                <a:cs typeface="Arial"/>
              </a:rPr>
              <a:t>RFC</a:t>
            </a:r>
            <a:endParaRPr sz="8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8881" y="2406650"/>
            <a:ext cx="24765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FFFFF"/>
                </a:solidFill>
                <a:latin typeface="Arial"/>
                <a:cs typeface="Arial"/>
              </a:rPr>
              <a:t>RFC</a:t>
            </a:r>
            <a:endParaRPr sz="8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8881" y="3143250"/>
            <a:ext cx="24765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FFFFF"/>
                </a:solidFill>
                <a:latin typeface="Arial"/>
                <a:cs typeface="Arial"/>
              </a:rPr>
              <a:t>RFC</a:t>
            </a:r>
            <a:endParaRPr sz="8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2836" y="3879850"/>
            <a:ext cx="25971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FFFFF"/>
                </a:solidFill>
                <a:latin typeface="Arial"/>
                <a:cs typeface="Arial"/>
              </a:rPr>
              <a:t>XGB</a:t>
            </a:r>
            <a:endParaRPr sz="8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5858" y="5353050"/>
            <a:ext cx="2533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FFFFF"/>
                </a:solidFill>
                <a:latin typeface="Arial"/>
                <a:cs typeface="Arial"/>
              </a:rPr>
              <a:t>GAT</a:t>
            </a:r>
            <a:endParaRPr sz="850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pic>
        <p:nvPicPr>
          <p:cNvPr id="37" name="object 5">
            <a:extLst>
              <a:ext uri="{FF2B5EF4-FFF2-40B4-BE49-F238E27FC236}">
                <a16:creationId xmlns:a16="http://schemas.microsoft.com/office/drawing/2014/main" id="{58B70A77-611D-CD15-42E8-8E5D0B4ECE3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0117" y="1079"/>
            <a:ext cx="2249639" cy="106199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6A1241F-118A-AD5D-8962-560AA19CCDCD}"/>
              </a:ext>
            </a:extLst>
          </p:cNvPr>
          <p:cNvSpPr txBox="1"/>
          <p:nvPr/>
        </p:nvSpPr>
        <p:spPr>
          <a:xfrm>
            <a:off x="272227" y="1102321"/>
            <a:ext cx="21659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EA849A-94F5-D510-AD98-064380EC9445}"/>
              </a:ext>
            </a:extLst>
          </p:cNvPr>
          <p:cNvSpPr txBox="1"/>
          <p:nvPr/>
        </p:nvSpPr>
        <p:spPr>
          <a:xfrm>
            <a:off x="262426" y="4536880"/>
            <a:ext cx="257474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CC5D41-2D48-57D5-2E45-F238C3D1268D}"/>
              </a:ext>
            </a:extLst>
          </p:cNvPr>
          <p:cNvSpPr txBox="1"/>
          <p:nvPr/>
        </p:nvSpPr>
        <p:spPr>
          <a:xfrm>
            <a:off x="2837169" y="2875352"/>
            <a:ext cx="4826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  <a:hlinkClick r:id="rId3"/>
              </a:rPr>
              <a:t>https://github.com/zoro-uchiha-007/aegis-trace.git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9AB2DE-B1B6-FC28-F932-4B44DC90286D}"/>
              </a:ext>
            </a:extLst>
          </p:cNvPr>
          <p:cNvSpPr txBox="1"/>
          <p:nvPr/>
        </p:nvSpPr>
        <p:spPr>
          <a:xfrm>
            <a:off x="329755" y="1600564"/>
            <a:ext cx="90909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research focuses on email threat detection, email authentication, digital forensics, and threat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intelligence, with emphasis on SPF, DKIM, DMARC,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NLP, Neo4j, and Graph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for detecting and investigating phishing, BEC, and impersonation attacks.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204713-3C34-2E65-1625-68F1B6F6DAF7}"/>
              </a:ext>
            </a:extLst>
          </p:cNvPr>
          <p:cNvSpPr txBox="1"/>
          <p:nvPr/>
        </p:nvSpPr>
        <p:spPr>
          <a:xfrm>
            <a:off x="329755" y="2885736"/>
            <a:ext cx="2569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Repository: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047CDC-8039-8664-40FF-BF805DD3C78B}"/>
              </a:ext>
            </a:extLst>
          </p:cNvPr>
          <p:cNvSpPr txBox="1"/>
          <p:nvPr/>
        </p:nvSpPr>
        <p:spPr>
          <a:xfrm>
            <a:off x="329755" y="3263395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Domain Link: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086A56-0BD0-5648-4A65-6107BFA941A6}"/>
              </a:ext>
            </a:extLst>
          </p:cNvPr>
          <p:cNvSpPr txBox="1"/>
          <p:nvPr/>
        </p:nvSpPr>
        <p:spPr>
          <a:xfrm>
            <a:off x="2286000" y="3247414"/>
            <a:ext cx="2839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https://aegis-trace.vercel.app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BC70D37-40F1-D97F-B527-A54EE449D3AF}"/>
              </a:ext>
            </a:extLst>
          </p:cNvPr>
          <p:cNvSpPr txBox="1"/>
          <p:nvPr/>
        </p:nvSpPr>
        <p:spPr>
          <a:xfrm>
            <a:off x="278870" y="5009658"/>
            <a:ext cx="93538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is supported by RFC 7208 (SPF), RFC 6376 (DKIM), RFC 7489 (DMARC)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 by Chen 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Guestrin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Neo4j Documentation, and Graph Attention Networks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Veličković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3861E7-B949-CD1F-B997-FE78D0FD75E3}"/>
              </a:ext>
            </a:extLst>
          </p:cNvPr>
          <p:cNvSpPr txBox="1"/>
          <p:nvPr/>
        </p:nvSpPr>
        <p:spPr>
          <a:xfrm>
            <a:off x="331357" y="2487035"/>
            <a:ext cx="111280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Links: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C4F7DD-C983-1CFA-0496-E09991B78871}"/>
              </a:ext>
            </a:extLst>
          </p:cNvPr>
          <p:cNvSpPr txBox="1"/>
          <p:nvPr/>
        </p:nvSpPr>
        <p:spPr>
          <a:xfrm>
            <a:off x="331344" y="363923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SPF: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A759A1-8E98-9AA0-4BF3-ABD32EEC9C4F}"/>
              </a:ext>
            </a:extLst>
          </p:cNvPr>
          <p:cNvSpPr txBox="1"/>
          <p:nvPr/>
        </p:nvSpPr>
        <p:spPr>
          <a:xfrm>
            <a:off x="885353" y="3655074"/>
            <a:ext cx="3903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https://www.rfc-editor.org/info/rfc7208/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932BAA-DB96-726D-DA04-F7548D796632}"/>
              </a:ext>
            </a:extLst>
          </p:cNvPr>
          <p:cNvSpPr txBox="1"/>
          <p:nvPr/>
        </p:nvSpPr>
        <p:spPr>
          <a:xfrm>
            <a:off x="329755" y="4086430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DMARC: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965A87-D539-FFF5-3121-A2EBDC97F7C1}"/>
              </a:ext>
            </a:extLst>
          </p:cNvPr>
          <p:cNvSpPr txBox="1"/>
          <p:nvPr/>
        </p:nvSpPr>
        <p:spPr>
          <a:xfrm>
            <a:off x="1383246" y="4086430"/>
            <a:ext cx="3903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https://www.rfc-editor.org/info/rfc7489/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26">
            <a:extLst>
              <a:ext uri="{FF2B5EF4-FFF2-40B4-BE49-F238E27FC236}">
                <a16:creationId xmlns:a16="http://schemas.microsoft.com/office/drawing/2014/main" id="{90EAA51A-F7EF-CA51-B098-53A1D0B1040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993817" y="6445462"/>
            <a:ext cx="2508250" cy="185948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40" dirty="0"/>
              <a:t>@SIH</a:t>
            </a:r>
            <a:r>
              <a:rPr spc="20" dirty="0"/>
              <a:t> </a:t>
            </a:r>
            <a:r>
              <a:rPr spc="70" dirty="0"/>
              <a:t>Idea</a:t>
            </a:r>
            <a:r>
              <a:rPr spc="25" dirty="0"/>
              <a:t> </a:t>
            </a:r>
            <a:r>
              <a:rPr spc="80" dirty="0"/>
              <a:t>submission</a:t>
            </a:r>
            <a:r>
              <a:rPr lang="en-US" spc="80" dirty="0"/>
              <a:t> </a:t>
            </a:r>
            <a:r>
              <a:rPr spc="80" dirty="0"/>
              <a:t>-</a:t>
            </a:r>
            <a:r>
              <a:rPr spc="25" dirty="0"/>
              <a:t> </a:t>
            </a:r>
            <a:r>
              <a:rPr lang="en-US" spc="25" dirty="0"/>
              <a:t>AEGIS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70B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</TotalTime>
  <Words>275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Courier New</vt:lpstr>
      <vt:lpstr>Times New Roman</vt:lpstr>
      <vt:lpstr>Trebuchet MS</vt:lpstr>
      <vt:lpstr>Office Theme</vt:lpstr>
      <vt:lpstr>SMART INDIA HACKATHON 2026</vt:lpstr>
      <vt:lpstr>AI-Powered Email Threat &amp; Forensics Platform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>Hicet</dc:creator>
  <cp:lastModifiedBy>Arun Kumar</cp:lastModifiedBy>
  <cp:revision>9</cp:revision>
  <dcterms:created xsi:type="dcterms:W3CDTF">2026-09-15T09:01:36Z</dcterms:created>
  <dcterms:modified xsi:type="dcterms:W3CDTF">2026-09-24T16:41:19Z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2026-09-15T00:00:00Z</vt:filetime>
  </property>
  <property fmtid="{D5CDD505-2E9C-101B-9397-08002B2CF9AE}" pid="4" name="Producer">
    <vt:lpwstr>pypdf</vt:lpwstr>
  </property>
  <property fmtid="{D5CDD505-2E9C-101B-9397-08002B2CF9AE}" pid="5" name="LastSaved">
    <vt:filetime>2026-09-15T00:00:00Z</vt:filetime>
  </property>
</Properties>
</file>